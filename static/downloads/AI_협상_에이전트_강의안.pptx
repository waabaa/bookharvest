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980B9"/>
                </a:solidFill>
              </a:rPr>
              <a:t>AI 협상 에이전트 강의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>
                <a:solidFill>
                  <a:srgbClr val="34495E"/>
                </a:solidFill>
              </a:rPr>
              <a:t>저자: 윤경모 KT커머스 대표이사이자 한국광융합산업진흥회 제9대 회장으로 활동하며 대한민국 정보통신 산업의 디지털 혁신과 산업 간 융합 생태계 조성에 기여하고 있는 경영인이다. 강원대학교에서 전자공학을 전공하고 석사 학위를 취득했다. KT에서 경영기획부문 SCM 전략담당 상무 등 다양한 핵심 직책을 수행하며 유통 전략, 공급망 혁신, 디지털 업무 체계 구축 등 다수의 성과를 이뤄 냈다. ICT 이노베이션(Innovation) 대상을 수상해 대통령 표창을 받았고, 정보통신기술사 자격을 취득하는 등 기술 전문가로서의 전문성도 널리 인정받고 있</a:t>
            </a:r>
          </a:p>
          <a:p>
            <a:pPr algn="ctr"/>
            <a:r>
              <a:rPr sz="1800">
                <a:solidFill>
                  <a:srgbClr val="34495E"/>
                </a:solidFill>
              </a:rPr>
              <a:t>대상: 비즈니스 전공자, 인공지능에 관심 있는 분</a:t>
            </a:r>
          </a:p>
          <a:p>
            <a:pPr algn="ctr"/>
            <a:r>
              <a:rPr sz="1800">
                <a:solidFill>
                  <a:srgbClr val="34495E"/>
                </a:solidFill>
              </a:rPr>
              <a:t>총 시간: 총 9시간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980B9"/>
                </a:solidFill>
              </a:rPr>
              <a:t>강의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AI 기술이 협상의 본질을 어떻게 변화시키는지를 다루는 강의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980B9"/>
                </a:solidFill>
              </a:rPr>
              <a:t>1강: AI 협상의 이해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/>
            </a:pPr>
            <a:r>
              <a:t>수업 시간: 90분</a:t>
            </a:r>
          </a:p>
          <a:p/>
          <a:p>
            <a:pPr>
              <a:defRPr sz="1600" b="1"/>
            </a:pPr>
            <a:r>
              <a:t>학습 목표:</a:t>
            </a:r>
          </a:p>
          <a:p>
            <a:pPr lvl="1">
              <a:defRPr sz="1400"/>
            </a:pPr>
            <a:r>
              <a:t>• AI 협상의 개념 이해</a:t>
            </a:r>
          </a:p>
          <a:p>
            <a:pPr lvl="1">
              <a:defRPr sz="1400"/>
            </a:pPr>
            <a:r>
              <a:t>• AI 협상의 장단점 파악</a:t>
            </a:r>
          </a:p>
          <a:p/>
          <a:p>
            <a:pPr>
              <a:defRPr sz="1600" b="1"/>
            </a:pPr>
            <a:r>
              <a:t>강의 구성:</a:t>
            </a:r>
          </a:p>
          <a:p>
            <a:pPr lvl="1">
              <a:defRPr sz="1400"/>
            </a:pPr>
            <a:r>
              <a:t>• AI 협상의 개념 (30분)</a:t>
            </a:r>
          </a:p>
          <a:p>
            <a:pPr lvl="2">
              <a:defRPr sz="1200"/>
            </a:pPr>
            <a:r>
              <a:t>  - AI 기술이 협상에 미치는 영향과 잠재력에 대해 소개합니다.</a:t>
            </a:r>
          </a:p>
          <a:p>
            <a:pPr lvl="1">
              <a:defRPr sz="1400"/>
            </a:pPr>
            <a:r>
              <a:t>• AI 협상의 장단점 (30분)</a:t>
            </a:r>
          </a:p>
          <a:p>
            <a:pPr lvl="2">
              <a:defRPr sz="1200"/>
            </a:pPr>
            <a:r>
              <a:t>  - AI 협상의 장점과 한계를 비교하며 협상 전략의 변화를 살펴봅니다.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980B9"/>
                </a:solidFill>
              </a:rPr>
              <a:t>2강: 데이터 기반 협상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/>
            </a:pPr>
            <a:r>
              <a:t>수업 시간: 90분</a:t>
            </a:r>
          </a:p>
          <a:p/>
          <a:p>
            <a:pPr>
              <a:defRPr sz="1600" b="1"/>
            </a:pPr>
            <a:r>
              <a:t>학습 목표:</a:t>
            </a:r>
          </a:p>
          <a:p>
            <a:pPr lvl="1">
              <a:defRPr sz="1400"/>
            </a:pPr>
            <a:r>
              <a:t>• 데이터 기반 협상의 원리 이해</a:t>
            </a:r>
          </a:p>
          <a:p>
            <a:pPr lvl="1">
              <a:defRPr sz="1400"/>
            </a:pPr>
            <a:r>
              <a:t>• 실제 사례 분석</a:t>
            </a:r>
          </a:p>
          <a:p/>
          <a:p>
            <a:pPr>
              <a:defRPr sz="1600" b="1"/>
            </a:pPr>
            <a:r>
              <a:t>강의 구성:</a:t>
            </a:r>
          </a:p>
          <a:p>
            <a:pPr lvl="1">
              <a:defRPr sz="1400"/>
            </a:pPr>
            <a:r>
              <a:t>• 데이터 기반 협상 이론 (40분)</a:t>
            </a:r>
          </a:p>
          <a:p>
            <a:pPr lvl="2">
              <a:defRPr sz="1200"/>
            </a:pPr>
            <a:r>
              <a:t>  - 데이터를 기반으로 한 협상 전략과 의사결정 방법을 학습합니다.</a:t>
            </a:r>
          </a:p>
          <a:p>
            <a:pPr lvl="1">
              <a:defRPr sz="1400"/>
            </a:pPr>
            <a:r>
              <a:t>• 사례 분석 (40분)</a:t>
            </a:r>
          </a:p>
          <a:p>
            <a:pPr lvl="2">
              <a:defRPr sz="1200"/>
            </a:pPr>
            <a:r>
              <a:t>  - 실제 기업의 데이터 기반 협상 전략을 분석하고 토의합니다.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980B9"/>
                </a:solidFill>
              </a:rPr>
              <a:t>3강: AI 협상 에이전트의 역할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/>
            </a:pPr>
            <a:r>
              <a:t>수업 시간: 90분</a:t>
            </a:r>
          </a:p>
          <a:p/>
          <a:p>
            <a:pPr>
              <a:defRPr sz="1600" b="1"/>
            </a:pPr>
            <a:r>
              <a:t>학습 목표:</a:t>
            </a:r>
          </a:p>
          <a:p>
            <a:pPr lvl="1">
              <a:defRPr sz="1400"/>
            </a:pPr>
            <a:r>
              <a:t>• 에이전트의 역할과 기능 파악</a:t>
            </a:r>
          </a:p>
          <a:p>
            <a:pPr lvl="1">
              <a:defRPr sz="1400"/>
            </a:pPr>
            <a:r>
              <a:t>• 핵심 기술 이해</a:t>
            </a:r>
          </a:p>
          <a:p/>
          <a:p>
            <a:pPr>
              <a:defRPr sz="1600" b="1"/>
            </a:pPr>
            <a:r>
              <a:t>강의 구성:</a:t>
            </a:r>
          </a:p>
          <a:p>
            <a:pPr lvl="1">
              <a:defRPr sz="1400"/>
            </a:pPr>
            <a:r>
              <a:t>• 에이전트의 역할 (40분)</a:t>
            </a:r>
          </a:p>
          <a:p>
            <a:pPr lvl="2">
              <a:defRPr sz="1200"/>
            </a:pPr>
            <a:r>
              <a:t>  - AI 협상 에이전트가 협상 과정에서 어떤 역할을 하는지 설명합니다.</a:t>
            </a:r>
          </a:p>
          <a:p>
            <a:pPr lvl="1">
              <a:defRPr sz="1400"/>
            </a:pPr>
            <a:r>
              <a:t>• 핵심 기술 (40분)</a:t>
            </a:r>
          </a:p>
          <a:p>
            <a:pPr lvl="2">
              <a:defRPr sz="1200"/>
            </a:pPr>
            <a:r>
              <a:t>  - 에이전트가 활용하는 주요 기술과 알고리즘에 대해 살펴봅니다.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980B9"/>
                </a:solidFill>
              </a:rPr>
              <a:t>4강: 협상의 윤리적 고려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/>
            </a:pPr>
            <a:r>
              <a:t>수업 시간: 90분</a:t>
            </a:r>
          </a:p>
          <a:p/>
          <a:p>
            <a:pPr>
              <a:defRPr sz="1600" b="1"/>
            </a:pPr>
            <a:r>
              <a:t>학습 목표:</a:t>
            </a:r>
          </a:p>
          <a:p>
            <a:pPr lvl="1">
              <a:defRPr sz="1400"/>
            </a:pPr>
            <a:r>
              <a:t>• AI 협상의 윤리적 문제 인식</a:t>
            </a:r>
          </a:p>
          <a:p>
            <a:pPr lvl="1">
              <a:defRPr sz="1400"/>
            </a:pPr>
            <a:r>
              <a:t>• 윤리적 결정 방안 모색</a:t>
            </a:r>
          </a:p>
          <a:p/>
          <a:p>
            <a:pPr>
              <a:defRPr sz="1600" b="1"/>
            </a:pPr>
            <a:r>
              <a:t>강의 구성:</a:t>
            </a:r>
          </a:p>
          <a:p>
            <a:pPr lvl="1">
              <a:defRPr sz="1400"/>
            </a:pPr>
            <a:r>
              <a:t>• 윤리적 문제 인식 (40분)</a:t>
            </a:r>
          </a:p>
          <a:p>
            <a:pPr lvl="2">
              <a:defRPr sz="1200"/>
            </a:pPr>
            <a:r>
              <a:t>  - AI 협상에서 발생할 수 있는 윤리적 문제를 인식하고 토의합니다.</a:t>
            </a:r>
          </a:p>
          <a:p>
            <a:pPr lvl="1">
              <a:defRPr sz="1400"/>
            </a:pPr>
            <a:r>
              <a:t>• 윤리적 결정 방안 (40분)</a:t>
            </a:r>
          </a:p>
          <a:p>
            <a:pPr lvl="2">
              <a:defRPr sz="1200"/>
            </a:pPr>
            <a:r>
              <a:t>  - 윤리적으로 적절한 협상 전략과 의사결정 방안을 모색합니다.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980B9"/>
                </a:solidFill>
              </a:rPr>
              <a:t>5강: AI 협상 플랫폼 활용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/>
            </a:pPr>
            <a:r>
              <a:t>수업 시간: 90분</a:t>
            </a:r>
          </a:p>
          <a:p/>
          <a:p>
            <a:pPr>
              <a:defRPr sz="1600" b="1"/>
            </a:pPr>
            <a:r>
              <a:t>학습 목표:</a:t>
            </a:r>
          </a:p>
          <a:p>
            <a:pPr lvl="1">
              <a:defRPr sz="1400"/>
            </a:pPr>
            <a:r>
              <a:t>• SaaS 기반 협상 플랫폼 이해</a:t>
            </a:r>
          </a:p>
          <a:p>
            <a:pPr lvl="1">
              <a:defRPr sz="1400"/>
            </a:pPr>
            <a:r>
              <a:t>• 활용 전략 수립</a:t>
            </a:r>
          </a:p>
          <a:p/>
          <a:p>
            <a:pPr>
              <a:defRPr sz="1600" b="1"/>
            </a:pPr>
            <a:r>
              <a:t>강의 구성:</a:t>
            </a:r>
          </a:p>
          <a:p>
            <a:pPr lvl="1">
              <a:defRPr sz="1400"/>
            </a:pPr>
            <a:r>
              <a:t>• SaaS 기반 플랫폼 (40분)</a:t>
            </a:r>
          </a:p>
          <a:p>
            <a:pPr lvl="2">
              <a:defRPr sz="1200"/>
            </a:pPr>
            <a:r>
              <a:t>  - SaaS를 활용한 협상 플랫폼의 구성과 활용 방안을 학습합니다.</a:t>
            </a:r>
          </a:p>
          <a:p>
            <a:pPr lvl="1">
              <a:defRPr sz="1400"/>
            </a:pPr>
            <a:r>
              <a:t>• 전략 수립 (40분)</a:t>
            </a:r>
          </a:p>
          <a:p>
            <a:pPr lvl="2">
              <a:defRPr sz="1200"/>
            </a:pPr>
            <a:r>
              <a:t>  - 협상 전략을 세우고 플랫폼을 활용하여 실전 협상에 적용하는 방법을 다룹니다.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980B9"/>
                </a:solidFill>
              </a:rPr>
              <a:t>6강: AI 협상의 미래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/>
            </a:pPr>
            <a:r>
              <a:t>수업 시간: 90분</a:t>
            </a:r>
          </a:p>
          <a:p/>
          <a:p>
            <a:pPr>
              <a:defRPr sz="1600" b="1"/>
            </a:pPr>
            <a:r>
              <a:t>학습 목표:</a:t>
            </a:r>
          </a:p>
          <a:p>
            <a:pPr lvl="1">
              <a:defRPr sz="1400"/>
            </a:pPr>
            <a:r>
              <a:t>• 협상 생태계의 미래 전망</a:t>
            </a:r>
          </a:p>
          <a:p>
            <a:pPr lvl="1">
              <a:defRPr sz="1400"/>
            </a:pPr>
            <a:r>
              <a:t>• 개인 및 기업의 대응 전략</a:t>
            </a:r>
          </a:p>
          <a:p/>
          <a:p>
            <a:pPr>
              <a:defRPr sz="1600" b="1"/>
            </a:pPr>
            <a:r>
              <a:t>강의 구성:</a:t>
            </a:r>
          </a:p>
          <a:p>
            <a:pPr lvl="1">
              <a:defRPr sz="1400"/>
            </a:pPr>
            <a:r>
              <a:t>• 미래 전망 (40분)</a:t>
            </a:r>
          </a:p>
          <a:p>
            <a:pPr lvl="2">
              <a:defRPr sz="1200"/>
            </a:pPr>
            <a:r>
              <a:t>  - AI 기술 발전에 따른 협상 생태계의 미래에 대해 전망하고 논의합니다.</a:t>
            </a:r>
          </a:p>
          <a:p>
            <a:pPr lvl="1">
              <a:defRPr sz="1400"/>
            </a:pPr>
            <a:r>
              <a:t>• 대응 전략 (40분)</a:t>
            </a:r>
          </a:p>
          <a:p>
            <a:pPr lvl="2">
              <a:defRPr sz="1200"/>
            </a:pPr>
            <a:r>
              <a:t>  - 개인과 기업이 AI 협상 시대에 대비하는 전략과 대응 방안을 모색합니다.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